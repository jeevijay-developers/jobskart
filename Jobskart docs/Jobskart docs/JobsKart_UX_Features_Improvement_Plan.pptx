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72" r:id="rId14"/>
    <p:sldId id="273" r:id="rId15"/>
    <p:sldId id="274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F00B-4B0C-4A06-8BB2-D9157AF76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1DA95-F19B-4907-987D-267DB4E8D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AE17B-8890-452C-B9BF-9627E468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F4E6-37C4-495C-AA83-41D33CAC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627A1-5A2D-4C27-A6DF-1C770C4D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54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C80C-A82F-448C-A202-298ED70E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F64F6-0640-44D9-9F79-9951F309B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0EBC2-0847-4DF0-947D-43AE7B47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5EFB5-08D5-4D8A-9A4C-9AB015D8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17876-95E2-42A5-B701-F0FDA5C2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45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94DF-2A31-482D-BC5D-06DC3A40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6308D-60BD-4B57-A1F8-45067A813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A555-2127-46FA-A85C-3ACFA21D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7F7E6-EA4A-4DE1-8CD2-0770580C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72F16-2C10-4F82-ADF6-A7A664D1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6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D6EE-2725-4A12-8120-1C7F8E63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909AC-A44D-4054-A7EC-515E7428B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A09D9-B421-4C5B-A898-43DB6581F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3BD59-EF89-42C3-B30E-8949E540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4CF7B-9DD6-4932-9EC5-D7106E97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83538-7F6D-4ACC-BD39-8373443B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0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68CBE-0EC2-46AD-823E-49F94F2B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5DA75-5B63-4B3D-9337-03875955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45DA2-2CF4-4312-A30C-4E8CCBD88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F122B-B400-4147-B842-BFA509F47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7647A-8E40-4C40-9004-371FAAE86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E3B75-9EC6-4265-A6BB-2475EB76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673E82-AEDC-4A1F-8FE3-4867EBC6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D4538-071C-4AF0-AF6E-02DDFC91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485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C046-C994-4A24-A70E-A4DD1BF8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23070-00B4-4782-9369-A7A3E2C4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166CD-4C18-4EEE-8727-BA82C8DAA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6D600-F406-4C43-9635-0894F15C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37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E6ED2-8113-4F53-8442-09BEA9C4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70077-B082-4919-A093-6692C449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C4B5B-BDDF-4627-8460-565FBDF2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7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2381-5E4A-41B0-A5E5-69701A25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F768-0A20-4F14-BAEB-1B8B6C0ED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31C1D-246C-4C4D-947A-2F7DA7C4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40F43-0398-43A9-A249-4896CF95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6B07A-E3B5-470F-AEA9-3E3AC943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27D9E-EEBC-4C75-BA39-6F7D0778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41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1EBB-F4A7-46F4-9B44-7BA2C77F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BA984-3DE8-49D9-A8B9-96AAC2EF0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75E11-73C9-4A93-B89B-9A38238EF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121F9-88E8-4F39-93EA-A0E0B946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49AE8-B29D-4129-BBA9-CBEDF3BF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FC3AA-288C-4200-9DCE-D13C399F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252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FD25-079B-4595-8467-42BA0DD5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D4D97-259F-4931-98A2-5C973F2D3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2D7C2-F3D5-425E-88E1-7F667E73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FECA7-921A-47A1-A0DA-A6A32E46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462E1-54E9-4084-9B24-AAC933CD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06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84FB8-3FE7-4682-803F-140A1876C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06CD0-00EB-4828-A814-C748A1882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17891-FB12-4483-885F-A6D33F72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A0EE6-50FB-4C51-A711-1B0799D5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5F5B7-9D95-4CE3-98A4-E9DA85F5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2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B230C-E0CD-49EE-AFAC-06A00A2C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8AF09-24D7-4186-B59B-BC6F32E93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87BDC-41C9-48D2-BA15-8F444BD8E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FAC54-C48E-4E3C-9471-0640AE9D56AE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F086-8C2A-44B7-B61E-D217149C6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5BF28-41EA-40DD-BCA8-7A9FF5F91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C51D9-C62F-42A2-AE85-647DC542C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93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828586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JobsKart UX Improvement Plan</a:t>
            </a:r>
            <a:r>
              <a:rPr lang="en-IN"/>
              <a:t>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584360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Feature &amp; UX recommendation</a:t>
            </a:r>
            <a:r>
              <a:rPr lang="en-IN" dirty="0"/>
              <a:t>s</a:t>
            </a:r>
            <a:endParaRPr dirty="0"/>
          </a:p>
          <a:p>
            <a:r>
              <a:rPr dirty="0"/>
              <a:t>Goal: Increase registration completion, reduce drop-offs, improve job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/>
              <a:t>Why Apna Converts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519038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dirty="0"/>
              <a:t>Breaks onboarding into micro-steps</a:t>
            </a:r>
          </a:p>
          <a:p>
            <a:pPr>
              <a:defRPr sz="2000"/>
            </a:pPr>
            <a:r>
              <a:rPr dirty="0"/>
              <a:t>Reduces typing with chips &amp; suggestions</a:t>
            </a:r>
          </a:p>
          <a:p>
            <a:pPr>
              <a:defRPr sz="2000"/>
            </a:pPr>
            <a:r>
              <a:rPr dirty="0"/>
              <a:t>Makes progress feel easy psychologically</a:t>
            </a:r>
          </a:p>
          <a:p>
            <a:pPr>
              <a:defRPr sz="2000"/>
            </a:pPr>
            <a:r>
              <a:rPr dirty="0"/>
              <a:t>Uses role-based personalization</a:t>
            </a:r>
            <a:r>
              <a:rPr lang="en-US" dirty="0"/>
              <a:t> (</a:t>
            </a:r>
            <a:r>
              <a:rPr lang="en-US" dirty="0" err="1"/>
              <a:t>Eg.</a:t>
            </a:r>
            <a:r>
              <a:rPr lang="en-US" dirty="0"/>
              <a:t> Diff Questionnaire or Asset requirement according to the role)</a:t>
            </a:r>
            <a:endParaRPr dirty="0"/>
          </a:p>
          <a:p>
            <a:pPr>
              <a:defRPr sz="2000"/>
            </a:pPr>
            <a:r>
              <a:rPr dirty="0"/>
              <a:t>Uses low-effort interactions first</a:t>
            </a:r>
          </a:p>
          <a:p>
            <a:pPr>
              <a:defRPr sz="2000"/>
            </a:pPr>
            <a:r>
              <a:rPr dirty="0"/>
              <a:t>Builds momentum before asking detailed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Feature 1 — Multi-Step Registration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Convert long form into multiple smaller screens</a:t>
            </a:r>
            <a:r>
              <a:rPr lang="en-US" dirty="0"/>
              <a:t> to make flow interactive</a:t>
            </a:r>
            <a:endParaRPr dirty="0"/>
          </a:p>
          <a:p>
            <a:pPr>
              <a:defRPr sz="2000"/>
            </a:pPr>
            <a:r>
              <a:rPr dirty="0"/>
              <a:t>Ask only 1–2 things per screen</a:t>
            </a:r>
          </a:p>
          <a:p>
            <a:pPr>
              <a:defRPr sz="2000"/>
            </a:pPr>
            <a:r>
              <a:rPr dirty="0"/>
              <a:t>Add progress indicator</a:t>
            </a:r>
          </a:p>
          <a:p>
            <a:pPr>
              <a:defRPr sz="2000"/>
            </a:pPr>
            <a:r>
              <a:rPr dirty="0"/>
              <a:t>Reduce user intimidation</a:t>
            </a:r>
          </a:p>
          <a:p>
            <a:pPr>
              <a:defRPr sz="2000"/>
            </a:pPr>
            <a:r>
              <a:rPr dirty="0"/>
              <a:t>Improve mobile completion rate</a:t>
            </a:r>
            <a:r>
              <a:rPr lang="en-US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2 — Smart Skill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>
              <a:defRPr sz="2000"/>
            </a:pPr>
            <a:r>
              <a:t>Add suggested skill chips</a:t>
            </a:r>
          </a:p>
          <a:p>
            <a:pPr>
              <a:defRPr sz="2000"/>
            </a:pPr>
            <a:r>
              <a:t>Role-based skill recommendations</a:t>
            </a:r>
          </a:p>
          <a:p>
            <a:pPr>
              <a:defRPr sz="2000"/>
            </a:pPr>
            <a:r>
              <a:t>Tap instead of typing</a:t>
            </a:r>
          </a:p>
          <a:p>
            <a:pPr>
              <a:defRPr sz="2000"/>
            </a:pPr>
            <a:r>
              <a:t>Auto-fetch common skills based on job role</a:t>
            </a:r>
          </a:p>
          <a:p>
            <a:pPr>
              <a:defRPr sz="2000"/>
            </a:pPr>
            <a:r>
              <a:t>Improve profile completion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Feature 3 — Resume &amp;</a:t>
            </a:r>
            <a:r>
              <a:rPr lang="en-US" dirty="0"/>
              <a:t>/Or</a:t>
            </a:r>
            <a:r>
              <a:rPr dirty="0"/>
              <a:t> LinkedIn Import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Enable resume upload during onboarding</a:t>
            </a:r>
            <a:r>
              <a:rPr lang="en-US" dirty="0"/>
              <a:t> (</a:t>
            </a:r>
            <a:r>
              <a:rPr lang="en-IN" dirty="0"/>
              <a:t>Resumes are inconsistent, maybe some user upload other doc</a:t>
            </a:r>
            <a:r>
              <a:rPr lang="en-US" dirty="0"/>
              <a:t>)</a:t>
            </a:r>
            <a:endParaRPr dirty="0"/>
          </a:p>
          <a:p>
            <a:pPr>
              <a:defRPr sz="2000"/>
            </a:pPr>
            <a:r>
              <a:rPr dirty="0"/>
              <a:t>LinkedIn profile import</a:t>
            </a:r>
          </a:p>
          <a:p>
            <a:pPr>
              <a:defRPr sz="2000"/>
            </a:pPr>
            <a:r>
              <a:rPr dirty="0"/>
              <a:t>Auto-fill education and experience</a:t>
            </a:r>
          </a:p>
          <a:p>
            <a:pPr>
              <a:defRPr sz="2000"/>
            </a:pPr>
            <a:r>
              <a:rPr dirty="0"/>
              <a:t>Reduce manual typing effort</a:t>
            </a:r>
          </a:p>
          <a:p>
            <a:pPr>
              <a:defRPr sz="2000"/>
            </a:pPr>
            <a:r>
              <a:rPr dirty="0"/>
              <a:t>Improve onboarding completion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4 — </a:t>
            </a:r>
            <a:r>
              <a:rPr dirty="0"/>
              <a:t>Salary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Use pre-defined salary ranges</a:t>
            </a:r>
            <a:r>
              <a:rPr lang="en-US" dirty="0"/>
              <a:t> (Monthly)</a:t>
            </a:r>
            <a:endParaRPr dirty="0"/>
          </a:p>
          <a:p>
            <a:pPr>
              <a:defRPr sz="2000"/>
            </a:pPr>
            <a:r>
              <a:rPr dirty="0"/>
              <a:t>Role-based salary suggestions</a:t>
            </a:r>
          </a:p>
          <a:p>
            <a:pPr>
              <a:defRPr sz="2000"/>
            </a:pPr>
            <a:r>
              <a:rPr lang="en-US" dirty="0"/>
              <a:t>C</a:t>
            </a:r>
            <a:r>
              <a:rPr dirty="0"/>
              <a:t>hip based </a:t>
            </a:r>
            <a:r>
              <a:rPr lang="en-IN" dirty="0"/>
              <a:t>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5 — Smart Education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Skip detailed education initially</a:t>
            </a:r>
          </a:p>
          <a:p>
            <a:pPr>
              <a:defRPr sz="2000"/>
            </a:pPr>
            <a:r>
              <a:t>Ask later after engagement</a:t>
            </a:r>
          </a:p>
          <a:p>
            <a:pPr>
              <a:defRPr sz="2000"/>
            </a:pPr>
            <a:r>
              <a:t>Use progressive profiling</a:t>
            </a:r>
          </a:p>
          <a:p>
            <a:pPr>
              <a:defRPr sz="2000"/>
            </a:pPr>
            <a:r>
              <a:t>Collect critical data first</a:t>
            </a:r>
          </a:p>
          <a:p>
            <a:pPr>
              <a:defRPr sz="2000"/>
            </a:pPr>
            <a:r>
              <a:t>Reduce initial friction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Feature 6 — Role-Based Dynamic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Different onboarding for freshers vs experienced</a:t>
            </a:r>
          </a:p>
          <a:p>
            <a:pPr>
              <a:defRPr sz="2000"/>
            </a:pPr>
            <a:r>
              <a:rPr dirty="0"/>
              <a:t>Customize screens based on </a:t>
            </a:r>
            <a:r>
              <a:rPr lang="en-US" dirty="0"/>
              <a:t>Job Role (Select up to 4 job roles with Ai suggested) in addition with responsibilities Ai suggested</a:t>
            </a:r>
            <a:endParaRPr dirty="0"/>
          </a:p>
          <a:p>
            <a:pPr>
              <a:defRPr sz="2000"/>
            </a:pPr>
            <a:r>
              <a:rPr lang="en-US" dirty="0" err="1"/>
              <a:t>Eg.</a:t>
            </a:r>
            <a:r>
              <a:rPr lang="en-US" dirty="0"/>
              <a:t> </a:t>
            </a:r>
            <a:r>
              <a:rPr dirty="0"/>
              <a:t>Delivery jobs require different </a:t>
            </a:r>
            <a:r>
              <a:rPr lang="en-US" dirty="0"/>
              <a:t>user </a:t>
            </a:r>
            <a:r>
              <a:rPr dirty="0"/>
              <a:t>data than office jobs</a:t>
            </a:r>
          </a:p>
          <a:p>
            <a:pPr>
              <a:defRPr sz="2000"/>
            </a:pPr>
            <a:r>
              <a:rPr dirty="0"/>
              <a:t>Dynamic flow improves relevance</a:t>
            </a:r>
            <a:endParaRPr lang="en-US" dirty="0"/>
          </a:p>
          <a:p>
            <a:pPr>
              <a:defRPr sz="2000"/>
            </a:pPr>
            <a:r>
              <a:rPr lang="en-US" dirty="0"/>
              <a:t>F</a:t>
            </a:r>
            <a:r>
              <a:rPr lang="en-IN" dirty="0"/>
              <a:t>or Exp. Profile get exp. Details and industry of company &amp; other relevant details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Feature 7 — Language &amp; Accessibility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Add language </a:t>
            </a:r>
            <a:r>
              <a:rPr lang="en-US" dirty="0"/>
              <a:t>Pref. for English (Basic, Intermediate, Advanced) &amp; </a:t>
            </a:r>
            <a:r>
              <a:rPr dirty="0"/>
              <a:t>Support Hindi + regional languages</a:t>
            </a:r>
            <a:r>
              <a:rPr lang="en-US" dirty="0"/>
              <a:t> (Full App)</a:t>
            </a:r>
            <a:endParaRPr dirty="0"/>
          </a:p>
          <a:p>
            <a:pPr>
              <a:defRPr sz="2000"/>
            </a:pPr>
            <a:r>
              <a:rPr dirty="0"/>
              <a:t>Useful for blue &amp; grey collar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8 — WhatsApp-Centric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Enable WhatsApp</a:t>
            </a:r>
            <a:r>
              <a:rPr lang="en-US" dirty="0"/>
              <a:t> Notifications</a:t>
            </a:r>
            <a:r>
              <a:rPr dirty="0"/>
              <a:t> </a:t>
            </a:r>
            <a:r>
              <a:rPr lang="en-IN" dirty="0"/>
              <a:t>auto check</a:t>
            </a:r>
            <a:r>
              <a:rPr dirty="0"/>
              <a:t> where possible</a:t>
            </a:r>
          </a:p>
          <a:p>
            <a:pPr>
              <a:defRPr sz="2000"/>
            </a:pPr>
            <a:r>
              <a:rPr dirty="0"/>
              <a:t>Default job alert opt-in</a:t>
            </a:r>
          </a:p>
          <a:p>
            <a:pPr>
              <a:defRPr sz="2000"/>
            </a:pPr>
            <a:r>
              <a:rPr dirty="0"/>
              <a:t>Use WhatsApp as engagement backbone</a:t>
            </a:r>
            <a:r>
              <a:rPr lang="en-US" dirty="0"/>
              <a:t> (we have templates with approval for Utility &amp; Marketing)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Feature 9 — Suggestion-Based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9932"/>
          </a:xfrm>
        </p:spPr>
        <p:txBody>
          <a:bodyPr/>
          <a:lstStyle/>
          <a:p>
            <a:pPr>
              <a:defRPr sz="2000"/>
            </a:pPr>
            <a:r>
              <a:rPr dirty="0"/>
              <a:t>Suggested location preferences</a:t>
            </a:r>
            <a:r>
              <a:rPr lang="en-US" dirty="0"/>
              <a:t> (Preferred City up to 3)</a:t>
            </a:r>
            <a:endParaRPr dirty="0"/>
          </a:p>
          <a:p>
            <a:pPr>
              <a:defRPr sz="2000"/>
            </a:pPr>
            <a:r>
              <a:rPr lang="en-US" dirty="0"/>
              <a:t>Select up to 4 job preferred roles with Ai</a:t>
            </a:r>
          </a:p>
          <a:p>
            <a:pPr>
              <a:defRPr sz="2000"/>
            </a:pPr>
            <a:r>
              <a:rPr dirty="0"/>
              <a:t>Minimize keyboard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1FAFB9-56D9-47AE-AE36-8F852945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Behavioral UX Optimization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BC1001-0DED-4EBB-A3C2-7CBF50B3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58410"/>
          </a:xfrm>
        </p:spPr>
        <p:txBody>
          <a:bodyPr/>
          <a:lstStyle/>
          <a:p>
            <a:pPr>
              <a:defRPr sz="2000"/>
            </a:pPr>
            <a:r>
              <a:rPr dirty="0"/>
              <a:t>Track onboarding drop-offs</a:t>
            </a:r>
          </a:p>
          <a:p>
            <a:pPr>
              <a:defRPr sz="2000"/>
            </a:pPr>
            <a:r>
              <a:rPr dirty="0"/>
              <a:t>Monitor hesitation points</a:t>
            </a:r>
          </a:p>
          <a:p>
            <a:pPr>
              <a:defRPr sz="2000"/>
            </a:pPr>
            <a:r>
              <a:rPr dirty="0"/>
              <a:t>Measure screen completion rates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80B3C13-AC8F-4DF0-97A2-EF8CA198145E}"/>
              </a:ext>
            </a:extLst>
          </p:cNvPr>
          <p:cNvSpPr txBox="1">
            <a:spLocks/>
          </p:cNvSpPr>
          <p:nvPr/>
        </p:nvSpPr>
        <p:spPr>
          <a:xfrm>
            <a:off x="457200" y="27958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Drop-Off Prevention System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20141C-3F1D-43E9-B8DC-5FBF429AFB51}"/>
              </a:ext>
            </a:extLst>
          </p:cNvPr>
          <p:cNvSpPr txBox="1">
            <a:spLocks/>
          </p:cNvSpPr>
          <p:nvPr/>
        </p:nvSpPr>
        <p:spPr>
          <a:xfrm>
            <a:off x="457200" y="3938896"/>
            <a:ext cx="8229600" cy="2200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000"/>
              <a:t>Smart encouragement messages</a:t>
            </a:r>
          </a:p>
          <a:p>
            <a:pPr>
              <a:defRPr sz="2000"/>
            </a:pPr>
            <a:r>
              <a:rPr lang="en-US" sz="2000"/>
              <a:t>Skip low-priority fields</a:t>
            </a:r>
          </a:p>
          <a:p>
            <a:pPr>
              <a:defRPr sz="2000"/>
            </a:pPr>
            <a:r>
              <a:rPr lang="en-US" sz="2000"/>
              <a:t>Show progress indicators</a:t>
            </a:r>
          </a:p>
          <a:p>
            <a:pPr>
              <a:defRPr sz="2000"/>
            </a:pPr>
            <a:r>
              <a:rPr lang="en-US" sz="2000"/>
              <a:t>Auto-save onboarding</a:t>
            </a:r>
          </a:p>
          <a:p>
            <a:pPr>
              <a:defRPr sz="2000"/>
            </a:pPr>
            <a:r>
              <a:rPr lang="en-US" sz="2000"/>
              <a:t>Reduce mandatory typing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7316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FF88C6-E5C0-4096-9309-E6307BAF6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AI Match Score System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E3AF41-DA77-4B21-8B73-49D6FAEEF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86379"/>
          </a:xfrm>
        </p:spPr>
        <p:txBody>
          <a:bodyPr/>
          <a:lstStyle/>
          <a:p>
            <a:pPr>
              <a:defRPr sz="2000"/>
            </a:pPr>
            <a:r>
              <a:rPr dirty="0"/>
              <a:t>Compare jobs vs profiles</a:t>
            </a:r>
          </a:p>
          <a:p>
            <a:pPr>
              <a:defRPr sz="2000"/>
            </a:pPr>
            <a:r>
              <a:rPr dirty="0"/>
              <a:t>Calculate </a:t>
            </a:r>
            <a:r>
              <a:rPr lang="en-US" dirty="0"/>
              <a:t>relevancy</a:t>
            </a:r>
            <a:r>
              <a:rPr dirty="0"/>
              <a:t> score</a:t>
            </a:r>
            <a:r>
              <a:rPr lang="en-US" dirty="0"/>
              <a:t> as per decided criteria</a:t>
            </a:r>
            <a:endParaRPr dirty="0"/>
          </a:p>
          <a:p>
            <a:pPr>
              <a:defRPr sz="2000"/>
            </a:pPr>
            <a:r>
              <a:rPr dirty="0"/>
              <a:t>Improve recruiter efficiency</a:t>
            </a:r>
          </a:p>
          <a:p>
            <a:pPr>
              <a:defRPr sz="2000"/>
            </a:pPr>
            <a:r>
              <a:rPr dirty="0"/>
              <a:t>Reduce irrelevant applications</a:t>
            </a:r>
          </a:p>
          <a:p>
            <a:pPr>
              <a:defRPr sz="2000"/>
            </a:pPr>
            <a:r>
              <a:rPr dirty="0"/>
              <a:t>Increase application quality</a:t>
            </a:r>
          </a:p>
        </p:txBody>
      </p:sp>
    </p:spTree>
    <p:extLst>
      <p:ext uri="{BB962C8B-B14F-4D97-AF65-F5344CB8AC3E}">
        <p14:creationId xmlns:p14="http://schemas.microsoft.com/office/powerpoint/2010/main" val="2328886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68E675-392A-4929-946C-45A85B76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AI Recommendatio</a:t>
            </a:r>
            <a:r>
              <a:rPr lang="en-US" dirty="0"/>
              <a:t>ns	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60F21E-D737-41E5-8B08-333C9A1B6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Semantic similarity models</a:t>
            </a:r>
          </a:p>
          <a:p>
            <a:pPr>
              <a:defRPr sz="2000"/>
            </a:pPr>
            <a:r>
              <a:rPr dirty="0"/>
              <a:t>Geo-intelligence</a:t>
            </a:r>
          </a:p>
          <a:p>
            <a:pPr>
              <a:defRPr sz="2000"/>
            </a:pPr>
            <a:r>
              <a:rPr dirty="0"/>
              <a:t>Behavioral prediction</a:t>
            </a:r>
            <a:endParaRPr lang="en-US" dirty="0"/>
          </a:p>
          <a:p>
            <a:pPr>
              <a:defRPr sz="2000"/>
            </a:pPr>
            <a:r>
              <a:rPr lang="en-IN" dirty="0"/>
              <a:t>Semantic search</a:t>
            </a:r>
          </a:p>
          <a:p>
            <a:pPr>
              <a:defRPr sz="2000"/>
            </a:pPr>
            <a:r>
              <a:rPr lang="en-IN" dirty="0"/>
              <a:t>Semantic job matching</a:t>
            </a:r>
          </a:p>
          <a:p>
            <a:pPr>
              <a:defRPr sz="2000"/>
            </a:pPr>
            <a:r>
              <a:rPr lang="en-IN" dirty="0"/>
              <a:t>Location-aware recommendations</a:t>
            </a:r>
          </a:p>
          <a:p>
            <a:pPr>
              <a:defRPr sz="2000"/>
            </a:pPr>
            <a:r>
              <a:rPr lang="en-US" dirty="0"/>
              <a:t>AI maps job-role to common skills</a:t>
            </a:r>
          </a:p>
          <a:p>
            <a:pPr>
              <a:defRPr sz="20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6787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2C0282-09FF-4F98-8080-CE374BBC299C}"/>
              </a:ext>
            </a:extLst>
          </p:cNvPr>
          <p:cNvSpPr/>
          <p:nvPr/>
        </p:nvSpPr>
        <p:spPr>
          <a:xfrm>
            <a:off x="457200" y="1417638"/>
            <a:ext cx="6096000" cy="317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Resume auto-created from JobsKart profile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Smart suggestions powered by AI-generated pre-sets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ATS-friendly professional resume formats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Auto-update resume with profile changes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Multiple templates based on job role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/>
              <a:t>Feels AI-powered while keeping system lightweight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E98F47-9D6A-4D32-A0A8-B64D094C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/>
              <a:t>AI Resume Builder (Profile-Based)</a:t>
            </a:r>
          </a:p>
        </p:txBody>
      </p:sp>
    </p:spTree>
    <p:extLst>
      <p:ext uri="{BB962C8B-B14F-4D97-AF65-F5344CB8AC3E}">
        <p14:creationId xmlns:p14="http://schemas.microsoft.com/office/powerpoint/2010/main" val="3721485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Focus on reducing perceived effort</a:t>
            </a:r>
          </a:p>
          <a:p>
            <a:pPr>
              <a:defRPr sz="2000"/>
            </a:pPr>
            <a:r>
              <a:t>Make onboarding feel conversational</a:t>
            </a:r>
          </a:p>
          <a:p>
            <a:pPr>
              <a:defRPr sz="2000"/>
            </a:pPr>
            <a:r>
              <a:t>Reduce typing as much as possible</a:t>
            </a:r>
          </a:p>
          <a:p>
            <a:pPr>
              <a:defRPr sz="2000"/>
            </a:pPr>
            <a:r>
              <a:t>Design for low-confidence mobile users</a:t>
            </a:r>
          </a:p>
          <a:p>
            <a:pPr>
              <a:defRPr sz="2000"/>
            </a:pPr>
            <a:r>
              <a:t>Optimize for psychological ease, not just form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521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JobsKart UX Improvement Plan </vt:lpstr>
      <vt:lpstr>Why Apna Converts Better</vt:lpstr>
      <vt:lpstr>Feature 1 — Multi-Step Registration Flow</vt:lpstr>
      <vt:lpstr>Feature 2 — Smart Skill Selection</vt:lpstr>
      <vt:lpstr>Feature 3 — Resume &amp;/Or LinkedIn Import </vt:lpstr>
      <vt:lpstr>Feature 4 — Salary Selection</vt:lpstr>
      <vt:lpstr>Feature 5 — Smart Education Flow</vt:lpstr>
      <vt:lpstr>Feature 6 — Role-Based Dynamic Onboarding</vt:lpstr>
      <vt:lpstr>Feature 7 — Language &amp; Accessibility Improvements</vt:lpstr>
      <vt:lpstr>Feature 8 — WhatsApp-Centric UX</vt:lpstr>
      <vt:lpstr>Feature 9 — Suggestion-Based Inputs</vt:lpstr>
      <vt:lpstr>Behavioral UX Optimization</vt:lpstr>
      <vt:lpstr>AI Match Score System</vt:lpstr>
      <vt:lpstr>AI Recommendations </vt:lpstr>
      <vt:lpstr>AI Resume Builder (Profile-Based)</vt:lpstr>
      <vt:lpstr>Final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JobsKart UX Improvement Plan</dc:title>
  <dc:creator>Vishal OnH</dc:creator>
  <cp:lastModifiedBy>Vishal OnH</cp:lastModifiedBy>
  <cp:revision>10</cp:revision>
  <dcterms:created xsi:type="dcterms:W3CDTF">2026-05-20T11:21:37Z</dcterms:created>
  <dcterms:modified xsi:type="dcterms:W3CDTF">2026-08-05T09:31:09Z</dcterms:modified>
</cp:coreProperties>
</file>