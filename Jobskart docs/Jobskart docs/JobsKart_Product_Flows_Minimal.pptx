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t>Admin &amp; Platform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77156"/>
            <a:ext cx="8229600" cy="3866444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14600" y="256032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Admin Control Panel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RBAC Access Control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Analytics Dashboard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Cloud Resume Storage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API Architecture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Hyperlocal Hiring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37084"/>
            <a:ext cx="699911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 err="1"/>
              <a:t>JobsKart</a:t>
            </a:r>
            <a:r>
              <a:rPr dirty="0"/>
              <a:t> Product Upgrade Flows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dirty="0"/>
              <a:t>Developer Architecture &amp; System Flow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t>Candidate Onboarding &amp; AI Profile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011680" cy="54864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22960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App Install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OTP Login &amp; Authentication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Resume Upload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Resume Parsing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Skill Extraction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Profile Completion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Candidate Trust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t>AI Job Matching &amp; Recommendation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011680" cy="54864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22960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Candidate Preferences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Matching Criteria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Geo-tagging Based Matching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Distance Ranking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Recommendation Engine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Urgent + High Salary Jobs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Personalized Feed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t>Job Discovery &amp; Search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011680" cy="54864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22960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Home Feed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Smart Job Filters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Elasticsearch / Algolia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Nearby Jobs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Category-wise Jobs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City-wise Jobs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SEO Public Listings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t>Job Application &amp; Hiring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011680" cy="54864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22960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Fast Apply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Application Tracking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HR Viewed Status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Interview Scheduled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Rejected / Selected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Candidate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t>Notification &amp; Engagement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011680" cy="54864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22960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Job Match Trigger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Push Notifications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WhatsApp Notifications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Email Notifications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Retention Engine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Referral &amp; Rewards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t>AI Interview Preparation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011680" cy="54864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22960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Role-wise Preparation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Interview Question Bank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Voice Interview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Communication Analysis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Confidence Score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Skill Gap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t>Learning &amp; Content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011680" cy="54864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22960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rPr dirty="0"/>
              <a:t>Learning CMS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Blogs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Career Content Feed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Training Modules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Certification Marketplace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Content Recommendation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t>Employer Hiring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011680" cy="54864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22960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Employer Signup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KYC Verification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Job Description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Auto Skill Tagging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Job Approval Workflow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AI Candidate Ranking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Hiring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35330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414"/>
                </a:solidFill>
              </a:defRPr>
            </a:pPr>
            <a:r>
              <a:rPr dirty="0"/>
              <a:t>Employer CRM &amp; Automation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011680" cy="54864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22960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6858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</a:defRPr>
            </a:pPr>
            <a:r>
              <a:t>Lead Management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CRM Pipeline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Call Logs &amp; Support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Follow-up Reminders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Employer Recommendations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↓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Automation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272</Words>
  <Application>Microsoft Office PowerPoint</Application>
  <PresentationFormat>Custom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Vishal OnH</cp:lastModifiedBy>
  <cp:revision>4</cp:revision>
  <dcterms:created xsi:type="dcterms:W3CDTF">2013-01-27T09:14:16Z</dcterms:created>
  <dcterms:modified xsi:type="dcterms:W3CDTF">2026-08-05T09:32:05Z</dcterms:modified>
  <cp:category/>
</cp:coreProperties>
</file>